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hasCustomPrompt="1"/>
          </p:nvPr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000" dirty="0">
                <a:solidFill>
                  <a:srgbClr val="CCCCCC"/>
                </a:solidFill>
              </a:defRPr>
            </a:lvl1pPr>
          </a:lstStyle>
          <a:p>
            <a:pPr algn="ctr"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37160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383280" y="2560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Logo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6400"/>
                </a:solidFill>
              </a:rPr>
              <a:t>SAS Agrícolas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5120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33333"/>
                </a:solidFill>
              </a:rPr>
              <a:t>Presentación ejecutiva del proyecto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© SAS Agrícolas – 1</a:t>
            </a:r>
            <a:endParaRPr lang="en-US" sz="1000" dirty="0"/>
          </a:p>
        </p:txBody>
      </p:sp>
      <p:sp>
        <p:nvSpPr>
          <p:cNvPr id="7" name="Text 0"/>
          <p:cNvSpPr/>
          <p:nvPr>
            <p:ph idx="100" hasCustomPrompt="1"/>
          </p:nvPr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400"/>
                </a:solidFill>
              </a:rPr>
              <a:t>Organigrama del Sistema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256032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</a:rPr>
              <a:t>Imagen del organigrama aquí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© SAS Agrícolas – 2</a:t>
            </a:r>
            <a:endParaRPr lang="en-US" sz="1000" dirty="0"/>
          </a:p>
        </p:txBody>
      </p:sp>
      <p:sp>
        <p:nvSpPr>
          <p:cNvPr id="6" name="Text 0"/>
          <p:cNvSpPr/>
          <p:nvPr>
            <p:ph idx="100" hasCustomPrompt="1"/>
          </p:nvPr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400"/>
                </a:solidFill>
              </a:rPr>
              <a:t>Arquitectura de Módulos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Backend (API Express)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Frontend (React + Vite)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Base de datos MySQL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Bot WhatsApp (Baileys)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Docker &amp; despliegue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© SAS Agrícolas – 3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hasCustomPrompt="1"/>
          </p:nvPr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400"/>
                </a:solidFill>
              </a:rPr>
              <a:t>Grillas principales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Clientes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Fincas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Núcleos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Lotes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Producción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Inventario (POS)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© SAS Agrícolas – 4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hasCustomPrompt="1"/>
          </p:nvPr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400"/>
                </a:solidFill>
              </a:rPr>
              <a:t>Formularios críticos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ClienteForm (alta/edición)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FincaForm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NúcleoForm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CrearOrdenWizard (asistente de producción)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Carga de Pesos (Web Serial)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Reporte de Insumos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© SAS Agrícolas – 5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hasCustomPrompt="1"/>
          </p:nvPr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400"/>
                </a:solidFill>
              </a:rPr>
              <a:t>Reportes y Dashboards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Reporte de Inventario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Reporte de Producción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Reporte Financiero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Dashboard Producción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Dashboard Inventario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Dashboard Finanzas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Dashboard GIS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Dashboard Bot WhatsApp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© SAS Agrícolas – 6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hasCustomPrompt="1"/>
          </p:nvPr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400"/>
                </a:solidFill>
              </a:rPr>
              <a:t>Flujo de Trabajo Típico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1. Login (JWT)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2. Selección de Cliente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3. Gestión de Fincas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4. Crear Orden de Producción (Wizard)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5. Registrar Peso (Báscula)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6. Consultar Dashboard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7. Exportar Reporte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© SAS Agrícolas – 7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hasCustomPrompt="1"/>
          </p:nvPr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400"/>
                </a:solidFill>
              </a:rPr>
              <a:t>Próximos pasos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Capturar pantallas de la UI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Convertir organigrama a PNG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Añadir imágenes a la presentación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Compartir PPT con stakeholders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© SAS Agrícolas – 8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hasCustomPrompt="1"/>
          </p:nvPr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400"/>
                </a:solidFill>
              </a:rPr>
              <a:t>Métricas de Rendimiento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286000" cy="1371600"/>
          </a:xfrm>
          <a:prstGeom prst="rect">
            <a:avLst/>
          </a:prstGeom>
          <a:solidFill>
            <a:srgbClr val="FFD7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5448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33333"/>
                </a:solidFill>
              </a:rPr>
              <a:t>120 ms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Tiempo medio API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1371600"/>
            <a:ext cx="2286000" cy="1371600"/>
          </a:xfrm>
          <a:prstGeom prst="rect">
            <a:avLst/>
          </a:prstGeom>
          <a:solidFill>
            <a:srgbClr val="FFD7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55448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33333"/>
                </a:solidFill>
              </a:rPr>
              <a:t>45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0" y="219456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Transacciones / seg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0" y="1371600"/>
            <a:ext cx="2286000" cy="1371600"/>
          </a:xfrm>
          <a:prstGeom prst="rect">
            <a:avLst/>
          </a:prstGeom>
          <a:solidFill>
            <a:srgbClr val="FFD7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155448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33333"/>
                </a:solidFill>
              </a:rPr>
              <a:t>312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943600" y="219456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Usuarios activos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© SAS Agrícolas – 9</a:t>
            </a:r>
            <a:endParaRPr lang="en-US" sz="1000" dirty="0"/>
          </a:p>
        </p:txBody>
      </p:sp>
      <p:sp>
        <p:nvSpPr>
          <p:cNvPr id="13" name="Text 0"/>
          <p:cNvSpPr/>
          <p:nvPr>
            <p:ph idx="100" hasCustomPrompt="1"/>
          </p:nvPr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400"/>
                </a:solidFill>
              </a:rPr>
              <a:t>Producción Mensual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© SAS Agrícolas – 10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hasCustomPrompt="1"/>
          </p:nvPr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400"/>
                </a:solidFill>
              </a:rPr>
              <a:t>Escanea para ver la demo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82880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© SAS Agrícolas – 11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hasCustomPrompt="1"/>
          </p:nvPr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400"/>
                </a:solidFill>
              </a:rPr>
              <a:t>Roadmap 2024‑2025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Roadmap visual aquí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© SAS Agrícolas – 12</a:t>
            </a:r>
            <a:endParaRPr lang="en-US" sz="1000" dirty="0"/>
          </a:p>
        </p:txBody>
      </p:sp>
      <p:sp>
        <p:nvSpPr>
          <p:cNvPr id="6" name="Text 0"/>
          <p:cNvSpPr/>
          <p:nvPr>
            <p:ph idx="100" hasCustomPrompt="1"/>
          </p:nvPr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400"/>
                </a:solidFill>
              </a:rPr>
              <a:t>Grilla Clientes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Captura de pantalla: Grilla Clientes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© SAS Agrícolas – 14</a:t>
            </a:r>
            <a:endParaRPr lang="en-US" sz="1000" dirty="0"/>
          </a:p>
        </p:txBody>
      </p:sp>
      <p:sp>
        <p:nvSpPr>
          <p:cNvPr id="6" name="Text 0"/>
          <p:cNvSpPr/>
          <p:nvPr>
            <p:ph idx="100" hasCustomPrompt="1"/>
          </p:nvPr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400"/>
                </a:solidFill>
              </a:rPr>
              <a:t>Grilla Fincas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Captura de pantalla: Grilla Fincas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© SAS Agrícolas – 15</a:t>
            </a:r>
            <a:endParaRPr lang="en-US" sz="1000" dirty="0"/>
          </a:p>
        </p:txBody>
      </p:sp>
      <p:sp>
        <p:nvSpPr>
          <p:cNvPr id="6" name="Text 0"/>
          <p:cNvSpPr/>
          <p:nvPr>
            <p:ph idx="100" hasCustomPrompt="1"/>
          </p:nvPr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400"/>
                </a:solidFill>
              </a:rPr>
              <a:t>Formulario Cliente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Captura de pantalla: Formulario Cliente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© SAS Agrícolas – 16</a:t>
            </a:r>
            <a:endParaRPr lang="en-US" sz="1000" dirty="0"/>
          </a:p>
        </p:txBody>
      </p:sp>
      <p:sp>
        <p:nvSpPr>
          <p:cNvPr id="6" name="Text 0"/>
          <p:cNvSpPr/>
          <p:nvPr>
            <p:ph idx="100" hasCustomPrompt="1"/>
          </p:nvPr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400"/>
                </a:solidFill>
              </a:rPr>
              <a:t>Formulario Finca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Captura de pantalla: Formulario Finca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© SAS Agrícolas – 17</a:t>
            </a:r>
            <a:endParaRPr lang="en-US" sz="1000" dirty="0"/>
          </a:p>
        </p:txBody>
      </p:sp>
      <p:sp>
        <p:nvSpPr>
          <p:cNvPr id="6" name="Text 0"/>
          <p:cNvSpPr/>
          <p:nvPr>
            <p:ph idx="100" hasCustomPrompt="1"/>
          </p:nvPr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400"/>
                </a:solidFill>
              </a:rPr>
              <a:t>Reporte de Inventario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Captura de pantalla: Reporte de Inventario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© SAS Agrícolas – 18</a:t>
            </a:r>
            <a:endParaRPr lang="en-US" sz="1000" dirty="0"/>
          </a:p>
        </p:txBody>
      </p:sp>
      <p:sp>
        <p:nvSpPr>
          <p:cNvPr id="6" name="Text 0"/>
          <p:cNvSpPr/>
          <p:nvPr>
            <p:ph idx="100" hasCustomPrompt="1"/>
          </p:nvPr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400"/>
                </a:solidFill>
              </a:rPr>
              <a:t>Dashboard Producción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Captura de pantalla: Dashboard Producción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© SAS Agrícolas – 19</a:t>
            </a:r>
            <a:endParaRPr lang="en-US" sz="1000" dirty="0"/>
          </a:p>
        </p:txBody>
      </p:sp>
      <p:sp>
        <p:nvSpPr>
          <p:cNvPr id="6" name="Text 0"/>
          <p:cNvSpPr/>
          <p:nvPr>
            <p:ph idx="100" hasCustomPrompt="1"/>
          </p:nvPr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2026-08-27T02:03:35Z</dcterms:created>
  <dcterms:modified xsi:type="dcterms:W3CDTF">2026-08-27T02:03:35Z</dcterms:modified>
</cp:coreProperties>
</file>