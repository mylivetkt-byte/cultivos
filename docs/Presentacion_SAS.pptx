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SAS - Sistema de Administración y Seguimiento Agroindustrial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SAS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6F0FA"/>
                </a:solidFill>
              </a:rPr>
              <a:t>Sistema de Administración y Seguimiento Agroindustrial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Control Total, Auditoría y Eficiencia Operativa 360°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1: Centro de Control y Alertas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Torre de Control unificada para notificaciones de toda la hacienda.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Gestión de requisiciones urgentes y alertas de stock mínimo.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Flujo de abastecimiento sin cuellos de botella.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Visibilidad gerencial del pulso diario de toda la operación.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2: Monitoreo Satelital y GPS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Integración con cartografía satelital (GIS) y dispositivos GPS.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Mapa interactivo de cultivos (NDVI) y pivotes de riego.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Auditoría de rutas y velocidad de maquinaria agrícola.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Auditoría visual de la hacienda y prevención de fugas.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3: Gestión Agrícola y Semilleros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Trazabilidad desde la semilla hasta el lote productivo.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Control fenológico y Manejo Integrado de Plagas (MIPE).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Formulación agronómica respetando periodos de carencia.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Estandariza protocolos y audita el plan agronómico.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4: Sistema Automatizado de Cosecha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Integración directa a básculas electrónicas.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Cero digitación manual en la recepción de la cosecha.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Control exacto de mermas y calidad en puerto de acopio.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Elimina el fraude ('dedo en la báscula') y pagos injustos.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5: Biofábrica y Producción de Bioles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Gestión de fórmulas maestras y tiempos de fermentación.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Control de insumos (melaza, estiércol, microorganismos).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Cálculo exacto del costo de producción por litro.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Transforma desechos en ahorros y estandariza la calidad.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6: Gestión Ganadera y Pecuaria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Hoja de vida electrónica y trazabilidad de potreros.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Control genético, pesajes y producción lechera.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Identificación de animales improductivos.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Audita la ganancia de peso y optimiza el uso de pasturas.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7: Gestión Acuícola (Piscicultura)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Control de piscinas: oxígeno, temperatura, biomasa.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Muestreos de peso y factor de conversión alimenticia (FCA).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Programación automatizada de aireadores.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Minimiza mortalidad masiva y audita consumo de concentrado.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8: Control de Bodegas e Inventarios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Gestión unificada (Agro, Veterinario, Repuestos).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Control PEPS, lotes, caducidad y códigos de barras.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Traslados seguros entre haciendas.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Inventario blindado, evita el robo hormiga y vencimientos.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9: Logística y Compras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Requisición -&gt; Cotización paralela -&gt; Aprobación gerencial.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Evaluación de proveedores y fluctuación de precios.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Bloqueo de compras no planificadas.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Negociaciones transparentes y reducción de costos operativos.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10: Maquinaria, Mantenimiento y Riego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Hoja de vida técnica, control de horómetros y combustible.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Mantenimiento preventivo de tractores y bombas acuícolas.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Sincronización con órdenes de riego.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Previene daños costosos y audita consumos por GPS.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11: RRHH, Nómina y Geolocalización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Pago de jornales y destajos conectados a básculas.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Asistencia mediante biometría o GPS móvil.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Cálculo automático de seguridad social y liquidaciones.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Blindaje laboral (UGPP) y pago exacto por lo producido.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12: Comercialización y Ventas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Facturación electrónica directa a la DIAN.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Trazabilidad desde la finca hasta el exportador.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Gestión eficiente de cartera y despachos.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Acelera el flujo de caja y audita rentabilidad por cliente.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13: Contabilidad, Tributaria y DIAN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Motor contable bajo normas NIIF en tiempo real.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Integración automática de nómina, compras y bodegas.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Retenciones y Medios Magnéticos automáticos.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Paz mental, evita multas y refleja la salud financiera exacta.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Capítulo 14: Auditoría y Revisoría Fiscal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Logs inmutables y bloqueo estricto de periodos fiscales.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Drill-Down de Revisoría Fiscal (desde contabilidad hasta báscula).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Motor de prorrateo (cruces de costos entre unidades).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Beneficio: Máximo gobierno corporativo, desenmascara unidades improductivas.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4B5"/>
                </a:solidFill>
              </a:rPr>
              <a:t>¿Por qué SAS es la Única Opción?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Gestión Multidimensional 360° (Agro, Ganadería, Peces, Biol).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Auditoría Satelital y Electrónica Antifraude.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Rigor DIAN y Revisoría Fiscal Incorruptible.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Centro de Control: La Finca en su bolsillo.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E4E79"/>
                </a:solidFill>
              </a:rPr>
              <a:t>Garantía absoluta para dueños e inversionistas.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2026-07-23T12:09:39Z</dcterms:created>
  <dcterms:modified xsi:type="dcterms:W3CDTF">2026-07-23T12:09:39Z</dcterms:modified>
</cp:coreProperties>
</file>