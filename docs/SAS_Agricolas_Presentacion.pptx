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SAS Agrícolas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Presentación ejecutiva del proyecto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Organigrama del Sistema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Imagen del organigrama aquí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Arquitectura de Módulos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Backend (API Express)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Frontend (React + Vite)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Base de datos MySQL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Bot WhatsApp (Baileys)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Docker &amp; despliegue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Grillas principales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Lotes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Inventario (POS)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Formularios críticos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ClienteForm (alta/edición)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CrearOrdenWizard (asistente de producción)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Carga de Pesos (Web Serial)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Insumos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Reportes y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Financiero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Finanzas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GIS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Bot WhatsApp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Flujo de Trabajo Típico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Login (JWT)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Selección de Cliente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Gestión de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4. Crear Orden de Producción (Wizard)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5. Registrar Peso (Báscula)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6. Consultar Dashboard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7. Exportar Reporte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Capturar pantallas de la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Convertir organigrama a PNG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Añadir imágenes a la presentación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Compartir PPT con stakeholders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Grilla Clientes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Grilla Fincas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Formulario Cliente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Formulario Finca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Reporte de Inventario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EDEDE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Captura de pantalla: Dashboard Producción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2026-08-27T01:28:00Z</dcterms:created>
  <dcterms:modified xsi:type="dcterms:W3CDTF">2026-08-27T01:28:00Z</dcterms:modified>
</cp:coreProperties>
</file>